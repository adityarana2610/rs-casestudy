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365D"/>
                </a:solidFill>
                <a:latin typeface="Calibri"/>
              </a:rPr>
              <a:t>Text Similarity &amp; Vectorization for Content-Based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6E78"/>
                </a:solidFill>
                <a:latin typeface="Calibri"/>
              </a:rPr>
              <a:t>A Factorial Evaluation on Short Product Titles
Reproduction &amp; Critical Analysis of Oprea et al. (IEEE Access,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1E"/>
                </a:solidFill>
                <a:latin typeface="Calibri"/>
              </a:rPr>
              <a:t>Presented by: Group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365D"/>
                </a:solidFill>
                <a:latin typeface="Calibri"/>
              </a:rPr>
              <a:t>1. Introduction &amp; Research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>• Problem Definition: Contents-Based Filtering (CBF) recommendation for cold-start catalog scenarios using attribute-lean product titles.
• Motivation: High-cardinality e-commerce catalogs suffer choice overload; sparse collaborative filtering fails on newly added items.
• Research Gap: Previous studies evaluate embeddings or similarity distances in isolation; a controlled comparative analysis on ultra-short metadata was missing.
• Dataset: Amazon Product Description (Hugging Face) — 10,001 valid products across 108 categories after parsing artifact rows.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365D"/>
                </a:solidFill>
                <a:latin typeface="Calibri"/>
              </a:rPr>
              <a:t>2. Vector Pipeline &amp; Custom Implementations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>• Preprocessing: Lowercasing, punctuation regex filtering, stopwords removal, WordNet lemmatization.
• Vector Representations: Sparse (CountVectorizer, Scratch TF-IDF) &amp; Dense (Skip-gram Word2Vec, GloVe pre-trained).
• NumPy Math From Scratch: Direct vectorized implementations (no black-box libraries) for:
   - Cosine Similarity (Equations 1-3)
   - Manhattan Distance (Equation 4)
   - Euclidean Distance (Equation 5)
   - TF-IDF Weighting (Equations 6-8)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365D"/>
                </a:solidFill>
                <a:latin typeface="Calibri"/>
              </a:rPr>
              <a:t>3. Quantitative &amp; Ablation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>• Word2Vec (300d) + Cosine achieves top seed metrics: Precision@10 = 0.524, Recall@10 = 0.404, NDCG@10 = 0.722.
• Baseline (CountVectorizer + Cosine) performs closely (0.489 Precision) on clean titles but fails semantic matching.
• Dense L1/L2 Scaling Issues: Unnormalized dense vector geometric norms severely inflate Manhattan distances (77.0+ for Word2Vec) leading to low discriminative power.
• Fused-Metadata Improvement: Incorporating 'About Product' metadata boosts Precision@10 to 0.586 (+11.8%) and NDCG@10 to 0.801 (+10.9%).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365D"/>
                </a:solidFill>
                <a:latin typeface="Calibri"/>
              </a:rPr>
              <a:t>4. Critical Analysis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  <a:latin typeface="Calibri"/>
              </a:rPr>
              <a:t>• Strengths: Extremely lightweight (entire 10k pipeline runs in 83s on a single CPU, &lt; 15MB RAM). No user interaction data needed.
• Limitations: Pure lexical methods cannot handle polysemy, acronyms, or contextual grammar.
• Production Recommendation: Transition from dense sum-pooling to bi-encoder Transformer embeddings (e.g. Sentence-BERT) indexed via Hierarchical Navigable Small World (HNSW) graphs to reduce retrieval lookup from O(N^2) to O(log 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